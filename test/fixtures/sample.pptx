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</a:t>
            </a:r>
          </a:p>
          <a:p>
            <a:pPr lvl="1"/>
            <a:r>
              <a:t>New markets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27432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/>
              <a:t>Footnote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